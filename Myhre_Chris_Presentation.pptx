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/>
    <p:restoredTop sz="94694"/>
  </p:normalViewPr>
  <p:slideViewPr>
    <p:cSldViewPr snapToGrid="0" snapToObjects="1">
      <p:cViewPr varScale="1">
        <p:scale>
          <a:sx n="105" d="100"/>
          <a:sy n="105" d="100"/>
        </p:scale>
        <p:origin x="9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306E680-6A26-9C48-87BF-4368862B9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5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955C273-3410-C447-B8B7-5FDFF0F32A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2F90-7608-D14B-BE6C-B6E7C3BF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1F2DD4F-54D8-DF4E-89F0-75242AE73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0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2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4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C171DC17-4A50-5F49-AEC7-C955C81B92E5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82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6F54A4B-B617-B54F-B600-5EFC28C265A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056147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kaggle.com/datasets/brllrb/uber-and-lyft-dataset-boston-ma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0DA4-D291-4B42-B1AF-848E941EB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Project: Uber/Lyft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7951D-6AED-F64B-AB8D-89218E91D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DS160 – Introduction to Data Science</a:t>
            </a:r>
          </a:p>
          <a:p>
            <a:r>
              <a:rPr lang="en-US" dirty="0"/>
              <a:t>December 10, 2025</a:t>
            </a:r>
          </a:p>
          <a:p>
            <a:r>
              <a:rPr lang="en-US" dirty="0"/>
              <a:t>Chris Myhre</a:t>
            </a:r>
          </a:p>
        </p:txBody>
      </p:sp>
      <p:pic>
        <p:nvPicPr>
          <p:cNvPr id="4" name="Picture 3" descr="A black and white text&#10;&#10;AI-generated content may be incorrect.">
            <a:extLst>
              <a:ext uri="{FF2B5EF4-FFF2-40B4-BE49-F238E27FC236}">
                <a16:creationId xmlns:a16="http://schemas.microsoft.com/office/drawing/2014/main" id="{D4C4C6F9-4661-F8AF-069A-56D746F46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34" y="4785282"/>
            <a:ext cx="5377070" cy="112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9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367E-DF85-5B48-ABDA-7F8FDCCF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Dataset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241B7-01DA-6A42-8344-CD7434099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Kaggle</a:t>
            </a:r>
            <a:endParaRPr lang="en-US" dirty="0"/>
          </a:p>
          <a:p>
            <a:r>
              <a:rPr lang="en-US" dirty="0"/>
              <a:t>Dimensions: 57 columns, 693,071 rows</a:t>
            </a:r>
          </a:p>
          <a:p>
            <a:r>
              <a:rPr lang="en-US" dirty="0"/>
              <a:t>Dropped unnecessary columns</a:t>
            </a:r>
          </a:p>
          <a:p>
            <a:r>
              <a:rPr lang="en-US" dirty="0"/>
              <a:t>Dropped NA rows (8% of data)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1CB5B9-25C1-819A-5AFD-A0F00A8C7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11527" y="2324100"/>
            <a:ext cx="6380473" cy="3987796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12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4F2D-145D-013C-9ED1-3BF6E755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8E2C2-4DDA-AC75-315D-381E05B4C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/>
          <a:lstStyle/>
          <a:p>
            <a:r>
              <a:rPr lang="en-US" dirty="0"/>
              <a:t>Is price influenced by weather?</a:t>
            </a:r>
          </a:p>
          <a:p>
            <a:r>
              <a:rPr lang="en-US" dirty="0"/>
              <a:t>Is their any correlation between demand and weather?</a:t>
            </a:r>
          </a:p>
        </p:txBody>
      </p:sp>
      <p:pic>
        <p:nvPicPr>
          <p:cNvPr id="2050" name="Picture 2" descr="Weather Clip Art at Clker.com - vector ...">
            <a:extLst>
              <a:ext uri="{FF2B5EF4-FFF2-40B4-BE49-F238E27FC236}">
                <a16:creationId xmlns:a16="http://schemas.microsoft.com/office/drawing/2014/main" id="{F14D0CC2-0A33-9C23-C485-14FDC5939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372" y="2638425"/>
            <a:ext cx="322511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lipart Illustrations | Japaclip">
            <a:extLst>
              <a:ext uri="{FF2B5EF4-FFF2-40B4-BE49-F238E27FC236}">
                <a16:creationId xmlns:a16="http://schemas.microsoft.com/office/drawing/2014/main" id="{C894C6D1-1913-484B-F49C-E810CCDF6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3333750"/>
            <a:ext cx="4148667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stack of paper money and coins&#10;&#10;AI-generated content may be incorrect.">
            <a:extLst>
              <a:ext uri="{FF2B5EF4-FFF2-40B4-BE49-F238E27FC236}">
                <a16:creationId xmlns:a16="http://schemas.microsoft.com/office/drawing/2014/main" id="{AF6FED37-B2B9-EEE4-2900-0EF2A2FDED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947"/>
          <a:stretch>
            <a:fillRect/>
          </a:stretch>
        </p:blipFill>
        <p:spPr>
          <a:xfrm>
            <a:off x="4449212" y="3429000"/>
            <a:ext cx="3565173" cy="230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448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B45B-8EDB-DCF3-FAE5-42B4F25A2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EDA</a:t>
            </a: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2801406-1F66-B3DF-F105-66E9E2E3E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50" y="2533922"/>
            <a:ext cx="4807818" cy="1810069"/>
          </a:xfrm>
          <a:prstGeom prst="rect">
            <a:avLst/>
          </a:prstGeom>
        </p:spPr>
      </p:pic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48C2E8B-859F-BDF4-1D82-191CDA742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1" y="1299010"/>
            <a:ext cx="4807818" cy="1206066"/>
          </a:xfrm>
          <a:prstGeom prst="rect">
            <a:avLst/>
          </a:prstGeom>
        </p:spPr>
      </p:pic>
      <p:pic>
        <p:nvPicPr>
          <p:cNvPr id="9" name="Picture 8" descr="A black screen with green text&#10;&#10;AI-generated content may be incorrect.">
            <a:extLst>
              <a:ext uri="{FF2B5EF4-FFF2-40B4-BE49-F238E27FC236}">
                <a16:creationId xmlns:a16="http://schemas.microsoft.com/office/drawing/2014/main" id="{E414C6E9-D7C7-7822-FC67-8CF065B6A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1" y="4372837"/>
            <a:ext cx="4807817" cy="646051"/>
          </a:xfrm>
          <a:prstGeom prst="rect">
            <a:avLst/>
          </a:prstGeom>
        </p:spPr>
      </p:pic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78D520C-685E-960E-A2B6-280F4F4027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1" y="5047734"/>
            <a:ext cx="4807817" cy="759945"/>
          </a:xfrm>
          <a:prstGeom prst="rect">
            <a:avLst/>
          </a:prstGeom>
        </p:spPr>
      </p:pic>
      <p:pic>
        <p:nvPicPr>
          <p:cNvPr id="15" name="Picture 1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7D4F3AF-C8D1-7D25-D121-0B7B1F76BB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0502" y="1299010"/>
            <a:ext cx="4403661" cy="920315"/>
          </a:xfrm>
          <a:prstGeom prst="rect">
            <a:avLst/>
          </a:prstGeom>
        </p:spPr>
      </p:pic>
      <p:pic>
        <p:nvPicPr>
          <p:cNvPr id="17" name="Picture 16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6AD508F1-352A-A173-8B5E-972C6B44DE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502" y="2290662"/>
            <a:ext cx="3810330" cy="1310754"/>
          </a:xfrm>
          <a:prstGeom prst="rect">
            <a:avLst/>
          </a:prstGeom>
        </p:spPr>
      </p:pic>
      <p:pic>
        <p:nvPicPr>
          <p:cNvPr id="19" name="Picture 1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60B02C5-897E-B909-FE5D-9B8D9A2477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1909" y="3677616"/>
            <a:ext cx="4534293" cy="647756"/>
          </a:xfrm>
          <a:prstGeom prst="rect">
            <a:avLst/>
          </a:prstGeom>
        </p:spPr>
      </p:pic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16BA58-A5D6-8D72-26F3-2DDE6DF00C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0502" y="4347289"/>
            <a:ext cx="1905165" cy="1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87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0719-CB5A-C6BF-83B8-9A47B9FA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Worksheets</a:t>
            </a:r>
          </a:p>
        </p:txBody>
      </p:sp>
      <p:pic>
        <p:nvPicPr>
          <p:cNvPr id="5" name="Content Placeholder 4" descr="A graph of a weather forecast&#10;&#10;AI-generated content may be incorrect.">
            <a:extLst>
              <a:ext uri="{FF2B5EF4-FFF2-40B4-BE49-F238E27FC236}">
                <a16:creationId xmlns:a16="http://schemas.microsoft.com/office/drawing/2014/main" id="{27A308BC-96F8-4A47-AF4C-BD5E7B3D4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512" y="3219450"/>
            <a:ext cx="7133500" cy="3048429"/>
          </a:xfrm>
          <a:prstGeom prst="rect">
            <a:avLst/>
          </a:prstGeom>
        </p:spPr>
      </p:pic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0C09494-BA04-7DAA-3C8D-14120F85F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925" y="180429"/>
            <a:ext cx="3132091" cy="2674852"/>
          </a:xfrm>
          <a:prstGeom prst="rect">
            <a:avLst/>
          </a:prstGeom>
        </p:spPr>
      </p:pic>
      <p:pic>
        <p:nvPicPr>
          <p:cNvPr id="11" name="Picture 10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491934C-FF0A-6E01-8633-AA39CBE1B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262" y="3528683"/>
            <a:ext cx="3025402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8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670B-2940-E042-C1AA-34252913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EC9F1-FF9A-C113-41AC-9C282CCE2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Worksheets</a:t>
            </a:r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2D0DED3-11B8-CB3B-324C-D26826051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945" y="1209556"/>
            <a:ext cx="6959356" cy="25103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F5AAEF-78EC-A139-F9C7-1BFC0A8AC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946" y="3772079"/>
            <a:ext cx="5978280" cy="255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23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3B39-3EAD-8FF2-9EC1-2F81DB3E5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Matric and Metrics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1BC0EA1-101E-37CD-5A45-B71D72F037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66" y="1690692"/>
            <a:ext cx="5084074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D24E86-505E-3E84-6394-FDFFF9CD0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425" y="2532598"/>
            <a:ext cx="4663844" cy="247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52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CCD6-120A-FB64-161C-538A0A806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81A91F8-B246-4F9D-9821-098A41564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3626" y="3605700"/>
            <a:ext cx="3132091" cy="26748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C268DD-5821-934E-5AA8-2797114465F5}"/>
              </a:ext>
            </a:extLst>
          </p:cNvPr>
          <p:cNvSpPr txBox="1"/>
          <p:nvPr/>
        </p:nvSpPr>
        <p:spPr>
          <a:xfrm>
            <a:off x="1005840" y="1819656"/>
            <a:ext cx="7205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Weather has not influence on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Weather has no influence on Uber/Lyft prices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a minority of rides were ordered on rainy days</a:t>
            </a:r>
          </a:p>
        </p:txBody>
      </p:sp>
      <p:pic>
        <p:nvPicPr>
          <p:cNvPr id="6" name="Content Placeholder 4" descr="A graph of a weather forecast&#10;&#10;AI-generated content may be incorrect.">
            <a:extLst>
              <a:ext uri="{FF2B5EF4-FFF2-40B4-BE49-F238E27FC236}">
                <a16:creationId xmlns:a16="http://schemas.microsoft.com/office/drawing/2014/main" id="{09A325D0-BF30-EB76-36DC-D717FF02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52" y="3219450"/>
            <a:ext cx="7133500" cy="304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7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A80E9-5EB5-438B-6F8A-2C080C25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A6672-0374-BF65-8382-7F25F8055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Overall Accuracy: 96.92%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Improvements:</a:t>
            </a:r>
          </a:p>
          <a:p>
            <a:r>
              <a:rPr lang="en-US" dirty="0"/>
              <a:t>Different Dataset</a:t>
            </a:r>
          </a:p>
          <a:p>
            <a:r>
              <a:rPr lang="en-US" dirty="0"/>
              <a:t>Train Model Locally</a:t>
            </a:r>
          </a:p>
        </p:txBody>
      </p:sp>
      <p:pic>
        <p:nvPicPr>
          <p:cNvPr id="4098" name="Picture 2" descr="Clock Clipart Stock Illustrations ...">
            <a:extLst>
              <a:ext uri="{FF2B5EF4-FFF2-40B4-BE49-F238E27FC236}">
                <a16:creationId xmlns:a16="http://schemas.microsoft.com/office/drawing/2014/main" id="{B4F039EA-BE08-E386-B6D5-A51B817AD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61229" y="2822321"/>
            <a:ext cx="3429000" cy="342900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omputer Clip Art Images – Browse 293,834 Stock Photos, Vectors, and Video  | Adobe Stock">
            <a:extLst>
              <a:ext uri="{FF2B5EF4-FFF2-40B4-BE49-F238E27FC236}">
                <a16:creationId xmlns:a16="http://schemas.microsoft.com/office/drawing/2014/main" id="{D3B378B4-B767-AC95-ED72-8A1774031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912" y="2822321"/>
            <a:ext cx="457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057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110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Final Project: Uber/Lyft Dataset</vt:lpstr>
      <vt:lpstr>Dataset Summary</vt:lpstr>
      <vt:lpstr>Research Question</vt:lpstr>
      <vt:lpstr>Python EDA</vt:lpstr>
      <vt:lpstr>Tableau Worksheets</vt:lpstr>
      <vt:lpstr>Tableau Worksheets</vt:lpstr>
      <vt:lpstr>Confusion Matric and Metrics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Kelty</dc:creator>
  <cp:lastModifiedBy>Christopher Myhre</cp:lastModifiedBy>
  <cp:revision>12</cp:revision>
  <dcterms:created xsi:type="dcterms:W3CDTF">2020-08-18T13:57:38Z</dcterms:created>
  <dcterms:modified xsi:type="dcterms:W3CDTF">2025-12-09T20:55:24Z</dcterms:modified>
</cp:coreProperties>
</file>