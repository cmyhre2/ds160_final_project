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5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62"/>
    <p:restoredTop sz="94694"/>
  </p:normalViewPr>
  <p:slideViewPr>
    <p:cSldViewPr snapToGrid="0" snapToObjects="1">
      <p:cViewPr varScale="1">
        <p:scale>
          <a:sx n="78" d="100"/>
          <a:sy n="78" d="100"/>
        </p:scale>
        <p:origin x="93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0306E680-6A26-9C48-87BF-4368862B9A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53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6955C273-3410-C447-B8B7-5FDFF0F32A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84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5C75-2456-E24C-A74E-E3F68183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5908F-63CC-1B4E-947D-0F7354761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D3A58-FFD8-4940-A7F0-8B2B57C9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E6D3E-6D5E-D349-938B-E0B3301A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B6C36-FD1B-BE4B-974D-B33D0A7B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969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BCD9A-4C4D-C04D-B628-4D6821CF99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1" y="1709742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6D619-9256-5342-BA68-AA592831F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52CD-DA0F-E044-884E-A857BA135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41647-D227-6B41-9AD6-182E7AE9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12F90-7608-D14B-BE6C-B6E7C3BFE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B1F2DD4F-54D8-DF4E-89F0-75242AE735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4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5F1-41C9-F741-ABCA-148F72FF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8B0D0-CB2A-5B49-AFAE-C401DC85D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CFA190-6116-CE4E-880A-2A5FD5E9F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6A325-B878-6048-96EA-AD37D9146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4E63-81BD-D34E-9FB6-590D87A2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2F3FA-6596-F141-A53F-FDEC5D0F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7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786C4-8A82-2E47-BA0A-3B4FD275E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DAD30-26CB-894D-B249-16631B50F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4E37DF-FCA3-9345-8F1B-3B2DEECC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A7F32-108C-0147-BF1C-151D185797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A79B9-C154-E741-8BC5-8B95F0D25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3A23CC-9985-5B43-B4F5-7A65FBBBB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A89551-72F1-6A40-B02D-98C9990F1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3ACEE8-777A-5940-9519-1D826BCA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1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60DEB-C558-DB4D-9DBB-60DA77C0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A75B9-E07E-614C-9F6C-7943A325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6482A-9624-104B-AFF8-5DE40120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B9DE2-8332-1E4D-806B-6DDB7838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43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10AD24-3C30-D545-822F-3EF5F7FE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31DBBA-BE87-D441-B84D-D8F2DAF19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2A5FB-A616-8D45-9939-E7B33461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19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8ADA5-6E94-DB46-948A-CE55B225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303E3-1AEE-0E46-A78B-8B0925632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F0A59D-5684-1941-8033-29499AF5C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289D9-B751-654C-8849-B701A522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A2888-A517-7A40-9678-F86659CA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86589-428D-8542-B91B-AA693B17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707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A8F6-F979-A948-9E97-51A384265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DC9482-4942-9A42-9B6B-9A6D0C3F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ABD93E-E334-794F-AAA4-ED2738BD9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2F737-FC71-3D41-A122-65FFC918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97691-9973-4B46-AE83-6A5F333C7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9189-E24D-B94A-A884-A8AF80D2C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48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739EF-4096-1A49-9AD4-0655F121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2AF70-1E65-534B-9153-913A0A9E4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ECE82-C65F-6B43-ABA4-3EB664450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09C77-D8D0-FB43-910C-1F490306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FDC7-F78C-EE40-982D-9189AE7D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022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CDA1A7-5913-1444-B7D0-0B55BA2D7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05413-85D9-A548-83D7-268A900CCC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33B9-EFDB-514F-8EDA-0D81C8C45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CC90F-E680-5346-AB4F-97427157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E2FA6-882C-6645-8A51-A07C0F71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542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69A89C3-E6FA-684D-8BAE-1760B34F554E}"/>
              </a:ext>
            </a:extLst>
          </p:cNvPr>
          <p:cNvSpPr/>
          <p:nvPr userDrawn="1"/>
        </p:nvSpPr>
        <p:spPr>
          <a:xfrm>
            <a:off x="0" y="6356350"/>
            <a:ext cx="12192000" cy="501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71C330-0F02-8249-82EC-9F3A278C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3E27E-2040-824D-B637-1C07F3E06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D629B-BAF4-A343-8BF1-1572AB380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fld id="{C171DC17-4A50-5F49-AEC7-C955C81B92E5}" type="datetimeFigureOut">
              <a:rPr lang="en-US" smtClean="0"/>
              <a:pPr/>
              <a:t>12/10/2025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F82B-A72E-B848-BB19-0207CDE46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827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620FE-B066-7C49-9BDF-AF56CC193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9B8F8C4-05A7-DC4E-8BB7-4202EC4ACBF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A6F54A4B-B617-B54F-B600-5EFC28C265A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1056147" y="185741"/>
            <a:ext cx="961397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7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kaggle.com/datasets/brllrb/uber-and-lyft-dataset-boston-ma" TargetMode="Externa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30DA4-D291-4B42-B1AF-848E941EB3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Final Project: Uber/Lyft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97951D-6AED-F64B-AB8D-89218E91D0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DS160 – Introduction to Data Science</a:t>
            </a:r>
          </a:p>
          <a:p>
            <a:r>
              <a:rPr lang="en-US" dirty="0"/>
              <a:t>December 10, 2025</a:t>
            </a:r>
          </a:p>
          <a:p>
            <a:r>
              <a:rPr lang="en-US" dirty="0"/>
              <a:t>Chris Myhre</a:t>
            </a:r>
          </a:p>
        </p:txBody>
      </p:sp>
      <p:pic>
        <p:nvPicPr>
          <p:cNvPr id="4" name="Picture 3" descr="A black and white text&#10;&#10;AI-generated content may be incorrect.">
            <a:extLst>
              <a:ext uri="{FF2B5EF4-FFF2-40B4-BE49-F238E27FC236}">
                <a16:creationId xmlns:a16="http://schemas.microsoft.com/office/drawing/2014/main" id="{D4C4C6F9-4661-F8AF-069A-56D746F46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34" y="4785282"/>
            <a:ext cx="5377070" cy="1129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09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0367E-DF85-5B48-ABDA-7F8FDCCF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Dataset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241B7-01DA-6A42-8344-CD74340996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2"/>
              </a:rPr>
              <a:t>Kaggle</a:t>
            </a:r>
            <a:endParaRPr lang="en-US" dirty="0"/>
          </a:p>
          <a:p>
            <a:r>
              <a:rPr lang="en-US" dirty="0"/>
              <a:t>Dimensions: 57 columns, 693,071 rows</a:t>
            </a:r>
          </a:p>
          <a:p>
            <a:r>
              <a:rPr lang="en-US" dirty="0"/>
              <a:t>Dropped unnecessary columns</a:t>
            </a:r>
          </a:p>
          <a:p>
            <a:r>
              <a:rPr lang="en-US" dirty="0"/>
              <a:t>Dropped NA rows (8% of data)</a:t>
            </a:r>
          </a:p>
          <a:p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B5B9-25C1-819A-5AFD-A0F00A8C7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811527" y="2324100"/>
            <a:ext cx="6380473" cy="3987796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242126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64F2D-145D-013C-9ED1-3BF6E7550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8E2C2-4DDA-AC75-315D-381E05B4C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600" cy="4351338"/>
          </a:xfrm>
        </p:spPr>
        <p:txBody>
          <a:bodyPr/>
          <a:lstStyle/>
          <a:p>
            <a:r>
              <a:rPr lang="en-US" dirty="0"/>
              <a:t>Is price influenced by weather?</a:t>
            </a:r>
          </a:p>
          <a:p>
            <a:r>
              <a:rPr lang="en-US" dirty="0"/>
              <a:t>Is their any correlation between demand and weather?</a:t>
            </a:r>
          </a:p>
        </p:txBody>
      </p:sp>
      <p:pic>
        <p:nvPicPr>
          <p:cNvPr id="2050" name="Picture 2" descr="Weather Clip Art at Clker.com - vector ...">
            <a:extLst>
              <a:ext uri="{FF2B5EF4-FFF2-40B4-BE49-F238E27FC236}">
                <a16:creationId xmlns:a16="http://schemas.microsoft.com/office/drawing/2014/main" id="{F14D0CC2-0A33-9C23-C485-14FDC5939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372" y="2638425"/>
            <a:ext cx="322511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lipart Illustrations | Japaclip">
            <a:extLst>
              <a:ext uri="{FF2B5EF4-FFF2-40B4-BE49-F238E27FC236}">
                <a16:creationId xmlns:a16="http://schemas.microsoft.com/office/drawing/2014/main" id="{C894C6D1-1913-484B-F49C-E810CCDF6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225" y="3333750"/>
            <a:ext cx="4148667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stack of paper money and coins&#10;&#10;AI-generated content may be incorrect.">
            <a:extLst>
              <a:ext uri="{FF2B5EF4-FFF2-40B4-BE49-F238E27FC236}">
                <a16:creationId xmlns:a16="http://schemas.microsoft.com/office/drawing/2014/main" id="{AF6FED37-B2B9-EEE4-2900-0EF2A2FDED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947"/>
          <a:stretch>
            <a:fillRect/>
          </a:stretch>
        </p:blipFill>
        <p:spPr>
          <a:xfrm>
            <a:off x="4449212" y="3429000"/>
            <a:ext cx="3565173" cy="230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48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1B45B-8EDB-DCF3-FAE5-42B4F25A2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EDA</a:t>
            </a:r>
          </a:p>
        </p:txBody>
      </p:sp>
      <p:pic>
        <p:nvPicPr>
          <p:cNvPr id="5" name="Content Placeholder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62801406-1F66-B3DF-F105-66E9E2E3E8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350" y="2533922"/>
            <a:ext cx="4807818" cy="1810069"/>
          </a:xfrm>
          <a:prstGeom prst="rect">
            <a:avLst/>
          </a:prstGeom>
        </p:spPr>
      </p:pic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748C2E8B-859F-BDF4-1D82-191CDA7422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1" y="1299010"/>
            <a:ext cx="4807818" cy="1206066"/>
          </a:xfrm>
          <a:prstGeom prst="rect">
            <a:avLst/>
          </a:prstGeom>
        </p:spPr>
      </p:pic>
      <p:pic>
        <p:nvPicPr>
          <p:cNvPr id="9" name="Picture 8" descr="A black screen with green text&#10;&#10;AI-generated content may be incorrect.">
            <a:extLst>
              <a:ext uri="{FF2B5EF4-FFF2-40B4-BE49-F238E27FC236}">
                <a16:creationId xmlns:a16="http://schemas.microsoft.com/office/drawing/2014/main" id="{E414C6E9-D7C7-7822-FC67-8CF065B6A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1" y="4372837"/>
            <a:ext cx="4807817" cy="646051"/>
          </a:xfrm>
          <a:prstGeom prst="rect">
            <a:avLst/>
          </a:prstGeom>
        </p:spPr>
      </p:pic>
      <p:pic>
        <p:nvPicPr>
          <p:cNvPr id="13" name="Picture 1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78D520C-685E-960E-A2B6-280F4F4027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1" y="5047734"/>
            <a:ext cx="4807817" cy="759945"/>
          </a:xfrm>
          <a:prstGeom prst="rect">
            <a:avLst/>
          </a:prstGeom>
        </p:spPr>
      </p:pic>
      <p:pic>
        <p:nvPicPr>
          <p:cNvPr id="15" name="Picture 1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87D4F3AF-C8D1-7D25-D121-0B7B1F76BB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0502" y="1299010"/>
            <a:ext cx="4403661" cy="920315"/>
          </a:xfrm>
          <a:prstGeom prst="rect">
            <a:avLst/>
          </a:prstGeom>
        </p:spPr>
      </p:pic>
      <p:pic>
        <p:nvPicPr>
          <p:cNvPr id="17" name="Picture 16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6AD508F1-352A-A173-8B5E-972C6B44DE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502" y="2290662"/>
            <a:ext cx="3810330" cy="1310754"/>
          </a:xfrm>
          <a:prstGeom prst="rect">
            <a:avLst/>
          </a:prstGeom>
        </p:spPr>
      </p:pic>
      <p:pic>
        <p:nvPicPr>
          <p:cNvPr id="19" name="Picture 1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60B02C5-897E-B909-FE5D-9B8D9A2477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1909" y="3677616"/>
            <a:ext cx="4534293" cy="647756"/>
          </a:xfrm>
          <a:prstGeom prst="rect">
            <a:avLst/>
          </a:prstGeom>
        </p:spPr>
      </p:pic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16BA58-A5D6-8D72-26F3-2DDE6DF00C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0502" y="4347289"/>
            <a:ext cx="1905165" cy="183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87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0DF76-FF31-3644-0E6C-2415D8127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D83AC-9379-AE6F-A08A-59F609E7D7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48CFFB-3060-04D6-8AD1-4761AFF7CA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A515DE6-97D5-2F71-7C98-8E0B04066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126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1088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0719-CB5A-C6BF-83B8-9A47B9FAE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Worksheets</a:t>
            </a:r>
          </a:p>
        </p:txBody>
      </p:sp>
      <p:pic>
        <p:nvPicPr>
          <p:cNvPr id="5" name="Content Placeholder 4" descr="A graph of a weather forecast&#10;&#10;AI-generated content may be incorrect.">
            <a:extLst>
              <a:ext uri="{FF2B5EF4-FFF2-40B4-BE49-F238E27FC236}">
                <a16:creationId xmlns:a16="http://schemas.microsoft.com/office/drawing/2014/main" id="{27A308BC-96F8-4A47-AF4C-BD5E7B3D4F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512" y="3219450"/>
            <a:ext cx="7133500" cy="3048429"/>
          </a:xfrm>
          <a:prstGeom prst="rect">
            <a:avLst/>
          </a:prstGeom>
        </p:spPr>
      </p:pic>
      <p:pic>
        <p:nvPicPr>
          <p:cNvPr id="9" name="Picture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0C09494-BA04-7DAA-3C8D-14120F85F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0925" y="180429"/>
            <a:ext cx="3132091" cy="2674852"/>
          </a:xfrm>
          <a:prstGeom prst="rect">
            <a:avLst/>
          </a:prstGeom>
        </p:spPr>
      </p:pic>
      <p:pic>
        <p:nvPicPr>
          <p:cNvPr id="11" name="Picture 1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6491934C-FF0A-6E01-8633-AA39CBE1B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262" y="3528683"/>
            <a:ext cx="3025402" cy="282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786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F670B-2940-E042-C1AA-34252913E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EC9F1-FF9A-C113-41AC-9C282CCE2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Worksheets</a:t>
            </a:r>
          </a:p>
        </p:txBody>
      </p:sp>
      <p:pic>
        <p:nvPicPr>
          <p:cNvPr id="7" name="Picture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62D0DED3-11B8-CB3B-324C-D26826051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945" y="1209556"/>
            <a:ext cx="6959356" cy="25103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F5AAEF-78EC-A139-F9C7-1BFC0A8AC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946" y="3772079"/>
            <a:ext cx="5978280" cy="255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23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93B39-3EAD-8FF2-9EC1-2F81DB3E5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Matric and Metrics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1BC0EA1-101E-37CD-5A45-B71D72F0371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66" y="1690692"/>
            <a:ext cx="5084074" cy="4160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D24E86-505E-3E84-6394-FDFFF9CD0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425" y="2532598"/>
            <a:ext cx="4663844" cy="247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523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6CCD6-120A-FB64-161C-538A0A806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Insights</a:t>
            </a:r>
          </a:p>
        </p:txBody>
      </p:sp>
      <p:pic>
        <p:nvPicPr>
          <p:cNvPr id="4" name="Content Placeholder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C81A91F8-B246-4F9D-9821-098A41564E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63626" y="3605700"/>
            <a:ext cx="3132091" cy="26748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C268DD-5821-934E-5AA8-2797114465F5}"/>
              </a:ext>
            </a:extLst>
          </p:cNvPr>
          <p:cNvSpPr txBox="1"/>
          <p:nvPr/>
        </p:nvSpPr>
        <p:spPr>
          <a:xfrm>
            <a:off x="1005840" y="1819656"/>
            <a:ext cx="7205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Weather has not influence on demand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Weather has no influence on Uber/Lyft prices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a minority of rides were ordered on rainy days</a:t>
            </a:r>
          </a:p>
        </p:txBody>
      </p:sp>
      <p:pic>
        <p:nvPicPr>
          <p:cNvPr id="6" name="Content Placeholder 4" descr="A graph of a weather forecast&#10;&#10;AI-generated content may be incorrect.">
            <a:extLst>
              <a:ext uri="{FF2B5EF4-FFF2-40B4-BE49-F238E27FC236}">
                <a16:creationId xmlns:a16="http://schemas.microsoft.com/office/drawing/2014/main" id="{09A325D0-BF30-EB76-36DC-D717FF029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52" y="3219450"/>
            <a:ext cx="7133500" cy="304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078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A80E9-5EB5-438B-6F8A-2C080C259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A6672-0374-BF65-8382-7F25F8055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lang="en-US" dirty="0"/>
              <a:t>Overall Accuracy: 96.92%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Improvements:</a:t>
            </a:r>
          </a:p>
          <a:p>
            <a:r>
              <a:rPr lang="en-US" dirty="0"/>
              <a:t>Different Dataset</a:t>
            </a:r>
          </a:p>
          <a:p>
            <a:r>
              <a:rPr lang="en-US" dirty="0"/>
              <a:t>Train Model Locally</a:t>
            </a:r>
          </a:p>
        </p:txBody>
      </p:sp>
      <p:pic>
        <p:nvPicPr>
          <p:cNvPr id="4098" name="Picture 2" descr="Clock Clipart Stock Illustrations ...">
            <a:extLst>
              <a:ext uri="{FF2B5EF4-FFF2-40B4-BE49-F238E27FC236}">
                <a16:creationId xmlns:a16="http://schemas.microsoft.com/office/drawing/2014/main" id="{B4F039EA-BE08-E386-B6D5-A51B817AD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61229" y="2822321"/>
            <a:ext cx="3429000" cy="3429000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4100" name="Picture 4" descr="Computer Clip Art Images – Browse 293,834 Stock Photos, Vectors, and Video  | Adobe Stock">
            <a:extLst>
              <a:ext uri="{FF2B5EF4-FFF2-40B4-BE49-F238E27FC236}">
                <a16:creationId xmlns:a16="http://schemas.microsoft.com/office/drawing/2014/main" id="{D3B378B4-B767-AC95-ED72-8A17740314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8912" y="2822321"/>
            <a:ext cx="4572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057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ellarmine Palet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752836"/>
      </a:accent1>
      <a:accent2>
        <a:srgbClr val="697970"/>
      </a:accent2>
      <a:accent3>
        <a:srgbClr val="C8C8C8"/>
      </a:accent3>
      <a:accent4>
        <a:srgbClr val="F7BE00"/>
      </a:accent4>
      <a:accent5>
        <a:srgbClr val="00677F"/>
      </a:accent5>
      <a:accent6>
        <a:srgbClr val="4D4D4D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ndard Screen Bellarmine Template" id="{109F2BBD-B805-0C47-8BE1-EE5FD54F39DA}" vid="{7B5311A2-F663-764E-9F9C-04F6C47E4F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</TotalTime>
  <Words>110</Words>
  <Application>Microsoft Office PowerPoint</Application>
  <PresentationFormat>Widescreen</PresentationFormat>
  <Paragraphs>26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Final Project: Uber/Lyft Dataset</vt:lpstr>
      <vt:lpstr>Dataset Summary</vt:lpstr>
      <vt:lpstr>Research Question</vt:lpstr>
      <vt:lpstr>Python EDA</vt:lpstr>
      <vt:lpstr>PowerPoint Presentation</vt:lpstr>
      <vt:lpstr>Tableau Worksheets</vt:lpstr>
      <vt:lpstr>Tableau Worksheets</vt:lpstr>
      <vt:lpstr>Confusion Matric and Metrics</vt:lpstr>
      <vt:lpstr>Key Insights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Katie Kelty</dc:creator>
  <cp:lastModifiedBy>Christopher Myhre</cp:lastModifiedBy>
  <cp:revision>13</cp:revision>
  <dcterms:created xsi:type="dcterms:W3CDTF">2020-08-18T13:57:38Z</dcterms:created>
  <dcterms:modified xsi:type="dcterms:W3CDTF">2025-12-10T13:07:11Z</dcterms:modified>
</cp:coreProperties>
</file>